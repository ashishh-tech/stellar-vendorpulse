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6344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2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7200" y="24260"/>
            <a:ext cx="4114800" cy="4114800"/>
          </a:xfrm>
          <a:prstGeom prst="ellipse">
            <a:avLst/>
          </a:prstGeom>
          <a:solidFill>
            <a:srgbClr val="0B3D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566160"/>
            <a:ext cx="3291840" cy="3291840"/>
          </a:xfrm>
          <a:prstGeom prst="ellipse">
            <a:avLst/>
          </a:prstGeom>
          <a:solidFill>
            <a:srgbClr val="0B3D3D"/>
          </a:solidFill>
          <a:ln/>
        </p:spPr>
      </p:sp>
      <p:sp>
        <p:nvSpPr>
          <p:cNvPr id="4" name="Text 2"/>
          <p:cNvSpPr/>
          <p:nvPr/>
        </p:nvSpPr>
        <p:spPr>
          <a:xfrm>
            <a:off x="645678" y="8458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000000"/>
                </a:solidFill>
              </a:rPr>
              <a:t>⚡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15787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VendorPulse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97604" y="24017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 Layer for B2B Supply Chains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97604" y="279778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B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decentralized vendor performance &amp; escrow protocol built on Stellar Soroban smart contracts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91840" y="369702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B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Stellar Startup Track  •  Idea Submission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1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trust doesn't travel — every buyer relationship starts from zero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7647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portable record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112264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1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vendor's five-year track record with Buyer A means nothing to Buyer B — reputation never transfers.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9077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unverifiable data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3255264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1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lives in spreadsheets, email threads, and subjective feedback — easy to falsify, slow to check.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40507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disputes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4398264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1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delays, quality failures, and payment disputes get resolved manually, after the damage is done.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51937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Locked-out new vendors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5541264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1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default to incumbents even when better, cheaper vendors exist — because there's no shared way to prove reliability.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1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VendorPulse — Stellar Startup Track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1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VendorPulse turns vendor performance into an immutable, portable, on-chain record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4B4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35915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9443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Timeliness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1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fulfillment rates and lead-time compliance, scored 0–100.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21031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4B4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1880" y="235915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29443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Quality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66160" y="33375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1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rates, return ratios, and spec conformance.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21031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4B4B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46520" y="235915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29443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Compliance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0" y="33375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1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dispute frequency and credit-term adherence.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52560" y="21031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4B4B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81160" y="235915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9281160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35440" y="29443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235440" y="33375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1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Responsiveness during critical supply chain events.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42519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is written to Soroban smart contracts — visible to every future buyer, controlled by no single company.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1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VendorPulse — Stellar Startup Track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2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Stellar?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blockchain bolted onto an app — the business model only works because of Stellar specifically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0B3D3D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0848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Soroban Smart Contracts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B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neutral, shared trust layer no single company controls.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0B3D3D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21031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78040" y="20848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Sub-cent Fees, ~5s Finality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7432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B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delivery event recordable individually — viable at MSME transaction volumes.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0B3D3D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3434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432511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Claimable Balances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9834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B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Milestone-based escrow as a base-layer primitive, not custom-built logic.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406908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0B3D3D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2240" y="43434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78040" y="432511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Network (SEP-24/31)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92240" y="49834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B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vendor payments settling in local currency on both ends.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B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VendorPulse — Stellar Startup Track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B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1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+ Soroban Contracts + Real-Time Event 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2331720"/>
            <a:ext cx="1819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(Procurement Manager)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514600" y="2926080"/>
            <a:ext cx="548640" cy="0"/>
          </a:xfrm>
          <a:prstGeom prst="line">
            <a:avLst/>
          </a:prstGeom>
          <a:noFill/>
          <a:ln w="25400">
            <a:solidFill>
              <a:srgbClr val="51696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063240" y="233172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3136392" y="2331720"/>
            <a:ext cx="1819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Frontend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Freighter Wallet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0" y="2926080"/>
            <a:ext cx="548640" cy="0"/>
          </a:xfrm>
          <a:prstGeom prst="line">
            <a:avLst/>
          </a:prstGeom>
          <a:noFill/>
          <a:ln w="25400">
            <a:solidFill>
              <a:srgbClr val="5169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577840" y="233172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5650992" y="2331720"/>
            <a:ext cx="1819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VendorRegistry &amp;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ReviewSystem Contracts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543800" y="2926080"/>
            <a:ext cx="548640" cy="0"/>
          </a:xfrm>
          <a:prstGeom prst="line">
            <a:avLst/>
          </a:prstGeom>
          <a:noFill/>
          <a:ln w="25400">
            <a:solidFill>
              <a:srgbClr val="5169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092440" y="233172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165592" y="2331720"/>
            <a:ext cx="1819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Soroban Persistent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058400" y="2926080"/>
            <a:ext cx="228600" cy="0"/>
          </a:xfrm>
          <a:prstGeom prst="line">
            <a:avLst/>
          </a:prstGeom>
          <a:noFill/>
          <a:ln w="25400">
            <a:solidFill>
              <a:srgbClr val="51696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287000" y="233172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10360152" y="2331720"/>
            <a:ext cx="1545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Activity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(RPC Events)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3977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Inter-contract call: ReviewSystem.submit_review()  →  VendorRegistry.update_vendor_score()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4360" y="4608576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5262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control: Admin, Manager, Viewer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94360" y="4992624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9103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machine: Active ↔ Probation ↔ Suspended ↔ Deactivated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94360" y="5376672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294376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vs. Persistent storage separation for cost efficiency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1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VendorPulse — Stellar Startup Track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25880" y="15727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Soroban Contracts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325880" y="196596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1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Instance/Persistent storage split, role-based access control, strict vendor state-machine validation.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67004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Inter-Contract Communication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325880" y="306324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1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contract-to-contract invocation — ReviewSystem calls VendorRegistry to update scores atomically.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376732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Wallet Integration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325880" y="416052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1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@stellar/freighter-api integration for connection, permissions, address retrieval, and signing.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892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486460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Event Streaming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325880" y="525780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1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subscription to Soroban RPC getEvents for sub-second activity feed updates.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1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VendorPulse — Stellar Startup Track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493776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Contracts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16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Soroban Rust SDK v22.0.0, Wasm32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Blockchain Platform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16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Stellar Network (Testnet / Local Standalone)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16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 15 (App Router), React 19, TypeScript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Wallet SDK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16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@stellar/freighter-api v2.0+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Management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16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 (persisted), React Query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Styling &amp; UI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16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Tailwind CSS, Lucide Icons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16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Rust cargo test, Vitest + React Testing Library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16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 (PR validation + deployment)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1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VendorPulse — Stellar Startup Track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2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Traction So Far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code, real testnet transactions, real deployment — not just a concept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B3D3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488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30175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BB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commits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9659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B3D3D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21488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20440" y="30175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BB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Soroban contracts (Testnet)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9659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B3D3D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1488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55080" y="30175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BB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wallet transactions on-chain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52560" y="19659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B3D3D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0" y="21488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189720" y="30175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BB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web app on Netlify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114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9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integration (@stellar/freighter-api), inter-contract calls, and role-based state transitions are all implemented and testable today — not roadmap items.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B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VendorPulse — Stellar Startup Track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B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05840" y="2834640"/>
            <a:ext cx="10149840" cy="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48840" y="25603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214884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32918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74904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51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Testnet contracts live, manual buyer attestation, pilot with 10-15 vendors from one MSME cluster.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60720" y="25603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389120" y="32918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Acquisition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89120" y="374904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51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pilot via SME trade association or B2B marketplace partner. Free vendor onboarding; buyer subscriptions drive revenue.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372600" y="25603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937260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01000" y="32918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 Vision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01000" y="374904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51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escrow automation, logistics-oracle integration, Stellar anchor cross-border payments, open API for marketplace integrations.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1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VendorPulse — Stellar Startup Track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2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0B3D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63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Live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VendorPulse is live, tested, and on-chain today.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1089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0" y="3063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stellar-vendorpulse.netlify.app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7947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3749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github.com/ashishh-tech/stellar-vendorpulse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4805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4434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Demo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97680" y="4434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youtu.be/Gt3mxxhFspU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6309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VendorPulse — Stellar Startup Track Application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770</Words>
  <Application>Microsoft Office PowerPoint</Application>
  <PresentationFormat>Widescreen</PresentationFormat>
  <Paragraphs>155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Ashish Chaurasia</cp:lastModifiedBy>
  <cp:revision>2</cp:revision>
  <dcterms:created xsi:type="dcterms:W3CDTF">2026-07-27T13:42:58Z</dcterms:created>
  <dcterms:modified xsi:type="dcterms:W3CDTF">2026-07-27T13:47:22Z</dcterms:modified>
</cp:coreProperties>
</file>